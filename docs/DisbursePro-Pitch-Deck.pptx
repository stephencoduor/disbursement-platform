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PROPOSAL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DisbursePro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Disbursement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17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Control, visibility, and orchestration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enterprise money movement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949"/>
                </a:solidFill>
              </a:rPr>
              <a:t>Qsoftwares Ltd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  |  Digital Financial Solutions  |  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033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307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Petty cash, informal transfers, physical handoffs to field workers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93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267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receipts, untracked expenses, no audit trail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953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32278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teams cannot track how company funds are being used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913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41879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theft, fraud, disputes with no evidence trail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 worker needs fuel money. The company has no structured way to get it to them.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9B94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DisbursePro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platform where companies load funds, set disbursement rules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approval workflows, and disburse to employees through mobile money.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4864" cy="7315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Initiator submits, Approver reviews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54864" cy="7315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timestamped and tracked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864" cy="7315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Reporting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by purpose, employee, period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566160"/>
            <a:ext cx="54864" cy="7315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Airtel, MTN MoMo, Zamtel Kwacha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0058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Wallet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funds credited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Operations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325880"/>
            <a:ext cx="548640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0" y="10058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&amp; Approve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submits,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reviews fees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325880"/>
            <a:ext cx="548640" cy="0"/>
          </a:xfrm>
          <a:prstGeom prst="line">
            <a:avLst/>
          </a:prstGeom>
          <a:noFill/>
          <a:ln w="25400">
            <a:solidFill>
              <a:srgbClr val="E9B9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100584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Disburse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2103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receives via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instantly</a:t>
            </a:r>
            <a:endParaRPr lang="en-US" sz="1100" dirty="0"/>
          </a:p>
        </p:txBody>
      </p:sp>
      <p:pic>
        <p:nvPicPr>
          <p:cNvPr id="18" name="Image 0" descr="D:\disbursement-platform\screenshots\13-disburse-sing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2834640"/>
            <a:ext cx="64008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Company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balance, quick actions, spend analytics, and recent disbursements at a glance</a:t>
            </a:r>
            <a:endParaRPr lang="en-US" sz="1300" dirty="0"/>
          </a:p>
        </p:txBody>
      </p:sp>
      <p:pic>
        <p:nvPicPr>
          <p:cNvPr id="5" name="Image 0" descr="D:\disbursement-platform\screenshots\08-company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Employee Registry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650+ employees with bulk CSV upload, carrier linking, and cost centre assignment</a:t>
            </a:r>
            <a:endParaRPr lang="en-US" sz="1300" dirty="0"/>
          </a:p>
        </p:txBody>
      </p:sp>
      <p:pic>
        <p:nvPicPr>
          <p:cNvPr id="5" name="Image 0" descr="D:\disbursement-platform\screenshots\09-employe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Disbursement with Fee Calculation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fee breakdown: Net Amount + Carrier Fee + Platform Fee = Gross Amount</a:t>
            </a:r>
            <a:endParaRPr lang="en-US" sz="1300" dirty="0"/>
          </a:p>
        </p:txBody>
      </p:sp>
      <p:pic>
        <p:nvPicPr>
          <p:cNvPr id="5" name="Image 0" descr="D:\disbursement-platform\screenshots\15-disburse-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Approval Workflows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Initiator submits for review. Approver sees full fee transparency before approving or rejecting.</a:t>
            </a:r>
            <a:endParaRPr lang="en-US" sz="1300" dirty="0"/>
          </a:p>
        </p:txBody>
      </p:sp>
      <p:pic>
        <p:nvPicPr>
          <p:cNvPr id="5" name="Image 0" descr="D:\disbursement-platform\screenshots\16-approva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Operator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System-wide visibility across all companies: KPIs, volume, revenue, carrier distribution</a:t>
            </a:r>
            <a:endParaRPr lang="en-US" sz="1300" dirty="0"/>
          </a:p>
        </p:txBody>
      </p:sp>
      <p:pic>
        <p:nvPicPr>
          <p:cNvPr id="5" name="Image 0" descr="D:\disbursement-platform\screenshots\03-platform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Reports &amp; Analytics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by purpose, employee, period, and cost centre with CSV/PDF export</a:t>
            </a:r>
            <a:endParaRPr lang="en-US" sz="1300" dirty="0"/>
          </a:p>
        </p:txBody>
      </p:sp>
      <p:pic>
        <p:nvPicPr>
          <p:cNvPr id="5" name="Image 0" descr="D:\disbursement-platform\screenshots\20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Dark Mode Support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dark theme for reduced eye strain and professional appearance</a:t>
            </a:r>
            <a:endParaRPr lang="en-US" sz="1300" dirty="0"/>
          </a:p>
        </p:txBody>
      </p:sp>
      <p:pic>
        <p:nvPicPr>
          <p:cNvPr id="5" name="Image 0" descr="D:\disbursement-platform\screenshots\30-company-dashboard-da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Vision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visible in the MVP interface, activated in the full build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56032" cy="256032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Cards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Prepaid cards with merchant tracking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56032" cy="256032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Deposits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645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&amp; card top-up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103120"/>
            <a:ext cx="256032" cy="256032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057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view, fund requests, receipts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514600"/>
            <a:ext cx="256032" cy="256032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USD/ZMW forex with caps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256032" cy="256032"/>
          </a:xfrm>
          <a:prstGeom prst="ellipse">
            <a:avLst/>
          </a:prstGeom>
          <a:solidFill>
            <a:srgbClr val="E9B949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Integrations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Sage, QuickBooks, Xero, Pastel</a:t>
            </a:r>
            <a:endParaRPr lang="en-US" sz="1100" dirty="0"/>
          </a:p>
        </p:txBody>
      </p:sp>
      <p:pic>
        <p:nvPicPr>
          <p:cNvPr id="20" name="Image 0" descr="D:\disbursement-platform\screenshots\26-phase2-mobile-ap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097280"/>
            <a:ext cx="3474720" cy="2286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48640" y="4251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22" name="Text 19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features are visible but inactive in the MVP — users see the full product vision from day one.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AFAF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type-safe frontend with Tailwind CSS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AFAF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1155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API-First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APIs with OpenAPI docs + Webhooks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AFAF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SaaS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isolation, scalable to 1,000+ clients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2402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AFAF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350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Ledger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Double-entry style wallet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AFA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or Azure with Docker/Kubernetes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3474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AFAF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Audit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audit logging for compliance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License-free. No vendor lock-in. Full IP transfer. Your team operates independently.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 &amp; Pricing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MVP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Weeks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already built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money payout integration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approval workflows &amp; audit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2–20 enterprise pilot clients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BUILD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$95,000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9B9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12–14 Weeks Post-MVP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Cards, deposits, employee app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 forex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integrations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3-month post-deploy support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IP transfer  |  License-free  |  No vendor lock-in  |  Enterprise documentation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51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within your stated ranges: MVP $10K–$20K | Full Build $80K–$150K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Qsoftwares Ltd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73152" cy="7315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353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pages already built and functional. We demonstrate, not just promise.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73152" cy="7315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Fintech Experience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313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NeoBank (30 pages), 9 payment integrations, Apache Fineract experience.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73152" cy="731520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Zambian Market Knowledge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273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 Money, MTN MoMo, Zamtel Kwacha. Bank of Zambia regulations.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73152" cy="731520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Handover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2336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IP transfer. License-free. Enterprise docs. No vendor lock-in.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828800" cy="36576"/>
          </a:xfrm>
          <a:prstGeom prst="rect">
            <a:avLst/>
          </a:prstGeom>
          <a:solidFill>
            <a:srgbClr val="E9B94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demonstrate the prototype.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949"/>
                </a:solidFill>
              </a:rPr>
              <a:t>Qsoftwares Ltd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Digital Financial Solutions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qsoftwares.com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DisbursePro - Enterprise Disbursement Platform</dc:title>
  <dc:subject>PptxGenJS Presentation</dc:subject>
  <dc:creator>Qsoftwares Ltd</dc:creator>
  <cp:lastModifiedBy>Qsoftwares Ltd</cp:lastModifiedBy>
  <cp:revision>1</cp:revision>
  <dcterms:created xsi:type="dcterms:W3CDTF">2026-04-04T07:05:55Z</dcterms:created>
  <dcterms:modified xsi:type="dcterms:W3CDTF">2026-04-04T07:05:55Z</dcterms:modified>
</cp:coreProperties>
</file>